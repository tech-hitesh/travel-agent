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2"/>
  </p:notesMasterIdLst>
  <p:sldIdLst>
    <p:sldId id="290" r:id="rId2"/>
    <p:sldId id="291" r:id="rId3"/>
    <p:sldId id="292" r:id="rId4"/>
    <p:sldId id="293" r:id="rId5"/>
    <p:sldId id="294" r:id="rId6"/>
    <p:sldId id="295" r:id="rId7"/>
    <p:sldId id="296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790CCD47-B70B-43F4-9926-C0FFE7CBD029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Untitled Section" id="{D2C8C246-683C-4273-9B45-B1EE68B0EA00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7DED7-87E9-8FFE-C42B-07F44890EE69}" v="36" dt="2026-07-14T12:42:56.737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IBM Bob”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230969804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 dirty="0"/>
                        <a:t>HITESH KESWANI</a:t>
                      </a:r>
                      <a:endParaRPr sz="20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 dirty="0"/>
                        <a:t>HITESHKESWANI3@GMAIL.COM</a:t>
                      </a:r>
                      <a:endParaRPr sz="20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b="1" dirty="0"/>
                        <a:t>6261729132 </a:t>
                      </a:r>
                      <a:endParaRPr sz="20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TRAVELLING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IN" sz="2400" dirty="0"/>
              <a:t>Travel Planner Agent 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AAB8FE-B083-9E74-ADAB-4E508AA24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751" y="3683879"/>
            <a:ext cx="954614" cy="107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016650"/>
            <a:ext cx="10966998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Problem Statement : </a:t>
            </a:r>
            <a:r>
              <a:rPr lang="en-IN" dirty="0"/>
              <a:t>Travel Planner Agent </a:t>
            </a:r>
            <a:endParaRPr lang="en-US" dirty="0"/>
          </a:p>
          <a:p>
            <a:pPr fontAlgn="base"/>
            <a:endParaRPr lang="en-US" b="1" dirty="0"/>
          </a:p>
          <a:p>
            <a:r>
              <a:rPr lang="en-IN" b="1" dirty="0"/>
              <a:t>The Challenge</a:t>
            </a:r>
          </a:p>
          <a:p>
            <a:r>
              <a:rPr lang="en-IN" dirty="0"/>
              <a:t>Planning a trip can be </a:t>
            </a:r>
            <a:r>
              <a:rPr lang="en-IN" b="1" dirty="0"/>
              <a:t>time-consuming and complicated</a:t>
            </a:r>
            <a:r>
              <a:rPr lang="en-IN" dirty="0"/>
              <a:t>, as </a:t>
            </a:r>
            <a:r>
              <a:rPr lang="en-IN" dirty="0" err="1"/>
              <a:t>travelers</a:t>
            </a:r>
            <a:r>
              <a:rPr lang="en-IN" dirty="0"/>
              <a:t> need to research destinations, transportation, accommodation, activities, weather, budgets, and local attractions from multiple sources. Information is often scattered across different platforms and may become outdated quickly. Without </a:t>
            </a:r>
            <a:r>
              <a:rPr lang="en-IN" b="1" dirty="0"/>
              <a:t>personalized, real-time travel guidance</a:t>
            </a:r>
            <a:r>
              <a:rPr lang="en-IN" dirty="0"/>
              <a:t>, users may struggle to create efficient itineraries, stay within budget, and adapt their plans when unexpected changes occur.</a:t>
            </a:r>
          </a:p>
          <a:p>
            <a:endParaRPr lang="en-IN" dirty="0"/>
          </a:p>
          <a:p>
            <a:r>
              <a:rPr lang="en-IN" b="1" dirty="0"/>
              <a:t>The Objective</a:t>
            </a:r>
          </a:p>
          <a:p>
            <a:endParaRPr lang="en-IN" b="1" dirty="0"/>
          </a:p>
          <a:p>
            <a:r>
              <a:rPr lang="en-IN" dirty="0"/>
              <a:t>Build an </a:t>
            </a:r>
            <a:r>
              <a:rPr lang="en-IN" b="1" dirty="0"/>
              <a:t>AI-powered Travel Planner Agent</a:t>
            </a:r>
            <a:r>
              <a:rPr lang="en-IN" dirty="0"/>
              <a:t> that provides </a:t>
            </a:r>
            <a:r>
              <a:rPr lang="en-IN" b="1" dirty="0"/>
              <a:t>personalized, intelligent, and real-time travel assistance</a:t>
            </a:r>
            <a:r>
              <a:rPr lang="en-IN" dirty="0"/>
              <a:t> for individuals, families, and groups. The solution should:</a:t>
            </a:r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Personalized Trip Planning</a:t>
            </a:r>
            <a:r>
              <a:rPr lang="en-IN" dirty="0"/>
              <a:t> – Recommend destinations, activities, attractions, and experiences based on the user's interests, travel dates, budget, group size, and preferences.</a:t>
            </a:r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Real-Time Travel Data RAG Retrieval</a:t>
            </a:r>
            <a:r>
              <a:rPr lang="en-IN" dirty="0"/>
              <a:t> – Fetch and summarize reliable information about destinations, transportation, hotels, attractions, local guides, weather, and travel conditions using trusted data sources</a:t>
            </a:r>
          </a:p>
          <a:p>
            <a:r>
              <a:rPr lang="en-IN" dirty="0"/>
              <a:t>.</a:t>
            </a:r>
          </a:p>
          <a:p>
            <a:r>
              <a:rPr lang="en-IN" dirty="0"/>
              <a:t>• </a:t>
            </a:r>
            <a:r>
              <a:rPr lang="en-IN" b="1" dirty="0"/>
              <a:t>Intelligent Itinerary Generation</a:t>
            </a:r>
            <a:r>
              <a:rPr lang="en-IN" dirty="0"/>
              <a:t> – Automatically create optimized day-by-day itineraries considering travel time, opening hours, distance between locations, user preferences, and available time.</a:t>
            </a:r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Budget &amp; Expense Management</a:t>
            </a:r>
            <a:r>
              <a:rPr lang="en-IN" dirty="0"/>
              <a:t> – Estimate transportation, accommodation, food, and activity costs and help users create and maintain a travel budget.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438617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690430"/>
            <a:ext cx="10607040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IN" b="1" dirty="0"/>
              <a:t>Proposed Solution</a:t>
            </a:r>
          </a:p>
          <a:p>
            <a:endParaRPr lang="en-IN" b="1" dirty="0"/>
          </a:p>
          <a:p>
            <a:r>
              <a:rPr lang="en-IN" dirty="0"/>
              <a:t>The proposed solution is an </a:t>
            </a:r>
            <a:r>
              <a:rPr lang="en-IN" b="1" dirty="0"/>
              <a:t>AI-powered Travel Planner Agent</a:t>
            </a:r>
            <a:r>
              <a:rPr lang="en-IN" dirty="0"/>
              <a:t> built using </a:t>
            </a:r>
            <a:r>
              <a:rPr lang="en-IN" b="1" dirty="0"/>
              <a:t>IBM Granite and IBM Cloud Lite services</a:t>
            </a:r>
            <a:r>
              <a:rPr lang="en-IN" dirty="0"/>
              <a:t> that helps users plan complete trips through a single intelligent platform.</a:t>
            </a:r>
          </a:p>
          <a:p>
            <a:endParaRPr lang="en-IN" dirty="0"/>
          </a:p>
          <a:p>
            <a:r>
              <a:rPr lang="en-IN" dirty="0"/>
              <a:t>The system will collect user preferences such as </a:t>
            </a:r>
            <a:r>
              <a:rPr lang="en-IN" b="1" dirty="0"/>
              <a:t>destination, travel dates, budget, number of </a:t>
            </a:r>
            <a:r>
              <a:rPr lang="en-IN" b="1" dirty="0" err="1"/>
              <a:t>travelers</a:t>
            </a:r>
            <a:r>
              <a:rPr lang="en-IN" b="1" dirty="0"/>
              <a:t>, interests, preferred transport, accommodation type, and trip duration</a:t>
            </a:r>
            <a:r>
              <a:rPr lang="en-IN" dirty="0"/>
              <a:t>. Based on these inputs, the AI agent will generate a </a:t>
            </a:r>
            <a:r>
              <a:rPr lang="en-IN" b="1" dirty="0"/>
              <a:t>personalized and optimized travel plan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The solution will use a </a:t>
            </a:r>
            <a:r>
              <a:rPr lang="en-IN" b="1" dirty="0"/>
              <a:t>Multi-Agent Architecture</a:t>
            </a:r>
            <a:r>
              <a:rPr lang="en-IN" dirty="0"/>
              <a:t>, where different AI agents perform specialized tasks and work together to create the final travel plan.</a:t>
            </a:r>
          </a:p>
          <a:p>
            <a:endParaRPr lang="en-IN" dirty="0"/>
          </a:p>
          <a:p>
            <a:pPr marL="342900" indent="-342900">
              <a:buAutoNum type="arabicPeriod"/>
            </a:pPr>
            <a:r>
              <a:rPr lang="en-IN" b="1" dirty="0"/>
              <a:t>Destination Recommendation Agent</a:t>
            </a:r>
          </a:p>
          <a:p>
            <a:pPr marL="342900" indent="-342900">
              <a:buAutoNum type="arabicPeriod"/>
            </a:pPr>
            <a:endParaRPr lang="en-IN" b="1" dirty="0"/>
          </a:p>
          <a:p>
            <a:r>
              <a:rPr lang="en-IN" dirty="0"/>
              <a:t>This agent </a:t>
            </a:r>
            <a:r>
              <a:rPr lang="en-IN" dirty="0" err="1"/>
              <a:t>analyzes</a:t>
            </a:r>
            <a:r>
              <a:rPr lang="en-IN" dirty="0"/>
              <a:t> the user's budget, interests, season, travel duration, and preferences to recommend suitable destinations and tourist attractions.</a:t>
            </a:r>
          </a:p>
          <a:p>
            <a:endParaRPr lang="en-IN" dirty="0"/>
          </a:p>
          <a:p>
            <a:r>
              <a:rPr lang="en-IN" b="1" dirty="0"/>
              <a:t>2. Itinerary Planning Agent</a:t>
            </a:r>
          </a:p>
          <a:p>
            <a:endParaRPr lang="en-IN" b="1" dirty="0"/>
          </a:p>
          <a:p>
            <a:r>
              <a:rPr lang="en-IN" dirty="0"/>
              <a:t>This agent generates a complete </a:t>
            </a:r>
            <a:r>
              <a:rPr lang="en-IN" b="1" dirty="0"/>
              <a:t>day-wise itinerary</a:t>
            </a:r>
            <a:r>
              <a:rPr lang="en-IN" dirty="0"/>
              <a:t> including sightseeing locations, activities, meal breaks, travel time, and recommended visiting hours. It also optimizes the route to reduce unnecessary travel.</a:t>
            </a:r>
          </a:p>
          <a:p>
            <a:endParaRPr lang="en-IN" dirty="0"/>
          </a:p>
          <a:p>
            <a:r>
              <a:rPr lang="en-IN" b="1" dirty="0"/>
              <a:t>3. Transport &amp; Accommodation Agent</a:t>
            </a:r>
          </a:p>
          <a:p>
            <a:endParaRPr lang="en-IN" b="1" dirty="0"/>
          </a:p>
          <a:p>
            <a:r>
              <a:rPr lang="en-IN" dirty="0"/>
              <a:t>This agent recommends suitable </a:t>
            </a:r>
            <a:r>
              <a:rPr lang="en-IN" b="1" dirty="0"/>
              <a:t>flights, trains, buses, local transportation, hotels, hostels, and other accommodation options</a:t>
            </a:r>
            <a:r>
              <a:rPr lang="en-IN" dirty="0"/>
              <a:t> according to the user's budget and preferences.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345273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Proposed Solution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Bob platform </a:t>
            </a:r>
            <a:r>
              <a:rPr lang="en-US" sz="1800" dirty="0"/>
              <a:t>-For designing and orchestrating multi-agent workflows visually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ibm-granite-3-2-8b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Nutrition Agent efficiently. IBM Cloud enables a </a:t>
            </a:r>
            <a:r>
              <a:rPr lang="en-US" sz="1800" b="1" dirty="0"/>
              <a:t>reliable, secure, and scalable environment</a:t>
            </a:r>
            <a:r>
              <a:rPr lang="en-US" sz="1800" dirty="0"/>
              <a:t> for deploying the Nutrition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Required Files created using IBM bob -</a:t>
            </a:r>
            <a:endParaRPr sz="2400" b="1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28A937-D3ED-3FB3-A671-CF36484EE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14" y="928297"/>
            <a:ext cx="10112371" cy="538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D85413-D3AA-178C-4558-9B304D698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90" y="1167351"/>
            <a:ext cx="9430827" cy="496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54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6D3FAD6-C92E-4835-4F34-EB649CB5A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12" y="539453"/>
            <a:ext cx="10849376" cy="5779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71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 for IBM bob:</a:t>
            </a:r>
            <a:endParaRPr lang="en-US" sz="24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52AE7A-E744-3BB9-0B3E-963F681A9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916" y="1100442"/>
            <a:ext cx="10056978" cy="5311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19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Role of Agentic AI in the Solution</a:t>
            </a:r>
          </a:p>
          <a:p>
            <a:endParaRPr lang="en-IN" b="1" dirty="0"/>
          </a:p>
          <a:p>
            <a:r>
              <a:rPr lang="en-IN" dirty="0"/>
              <a:t>Agentic AI acts as the </a:t>
            </a:r>
            <a:r>
              <a:rPr lang="en-IN" b="1" dirty="0"/>
              <a:t>intelligent decision-making and coordination layer</a:t>
            </a:r>
            <a:r>
              <a:rPr lang="en-IN" dirty="0"/>
              <a:t> of the Travel Planner Agent. Instead of simply answering user questions, the AI agents can </a:t>
            </a:r>
            <a:r>
              <a:rPr lang="en-IN" b="1" dirty="0"/>
              <a:t>understand goals, plan tasks, retrieve information, make decisions, coordinate with other agents, and adapt the travel plan</a:t>
            </a:r>
            <a:r>
              <a:rPr lang="en-IN" dirty="0"/>
              <a:t> according to changing conditions.</a:t>
            </a:r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Goal Understanding</a:t>
            </a:r>
            <a:r>
              <a:rPr lang="en-IN" dirty="0"/>
              <a:t> – The Agentic AI understands the user's requirements such as destination, budget, duration, interests, number of travellers, and preferred transportation.</a:t>
            </a:r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Task Planning &amp; Decomposition</a:t>
            </a:r>
            <a:r>
              <a:rPr lang="en-IN" dirty="0"/>
              <a:t> – It breaks the overall travel-planning task into smaller activities such as </a:t>
            </a:r>
            <a:r>
              <a:rPr lang="en-IN" b="1" dirty="0"/>
              <a:t>destination selection, itinerary creation, transport search,</a:t>
            </a:r>
          </a:p>
          <a:p>
            <a:r>
              <a:rPr lang="en-IN" b="1" dirty="0"/>
              <a:t>accommodation selection, budget calculation, and weather monitoring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Multi-Agent Collaboration</a:t>
            </a:r>
            <a:r>
              <a:rPr lang="en-IN" dirty="0"/>
              <a:t> – Different specialized agents work together. The </a:t>
            </a:r>
            <a:r>
              <a:rPr lang="en-IN" b="1" dirty="0"/>
              <a:t>Destination Agent, Itinerary Agent, Transport &amp; Stay Agent, Budget Agent, and Weather &amp; Alert Agent</a:t>
            </a:r>
            <a:r>
              <a:rPr lang="en-IN" dirty="0"/>
              <a:t> share information and coordinate their decisions.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4FE5DF-E81F-D7A6-C3C8-C08EF5C10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653" y="1006222"/>
            <a:ext cx="10856416" cy="55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417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Screenshot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A977A3-5FA0-8FF5-E1D1-86C9ED67651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452A06-216E-9971-E624-3892F43A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84" y="906509"/>
            <a:ext cx="10770417" cy="570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2D13D-6B69-03D8-BA22-587B943A257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0315D5-B3A9-DF05-9F3C-CA10EAED2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376" y="816977"/>
            <a:ext cx="10417215" cy="551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0D5B7A-F090-BC1C-50CC-0791CA03F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51" y="1064989"/>
            <a:ext cx="10684842" cy="535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661493" y="1241732"/>
            <a:ext cx="1130198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 proposed </a:t>
            </a:r>
            <a:r>
              <a:rPr lang="en-IN" b="1" dirty="0"/>
              <a:t>AI-powered Travel Planner Agent</a:t>
            </a:r>
            <a:r>
              <a:rPr lang="en-IN" dirty="0"/>
              <a:t> stands out from conventional travel-planning applications by combining </a:t>
            </a:r>
            <a:r>
              <a:rPr lang="en-IN" b="1" dirty="0"/>
              <a:t>IBM Granite, RAG, real-time data, and a Multi-Agent System</a:t>
            </a:r>
            <a:r>
              <a:rPr lang="en-IN" dirty="0"/>
              <a:t> into a single intelligent travel assistant.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AI-Powered Personalization</a:t>
            </a:r>
            <a:r>
              <a:rPr lang="en-IN" dirty="0"/>
              <a:t> – Generates travel plans based on individual preferences such as </a:t>
            </a:r>
            <a:r>
              <a:rPr lang="en-IN" b="1" dirty="0"/>
              <a:t>budget, interests, travel duration, group size, preferred activities, and transportation choices</a:t>
            </a:r>
            <a:r>
              <a:rPr lang="en-IN" dirty="0"/>
              <a:t>, rather than providing generic recommendations.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Multi-Agent Collaboration</a:t>
            </a:r>
            <a:r>
              <a:rPr lang="en-IN" dirty="0"/>
              <a:t> – Uses specialized AI agents for </a:t>
            </a:r>
            <a:r>
              <a:rPr lang="en-IN" b="1" dirty="0"/>
              <a:t>destination discovery, itinerary planning, transport and accommodation, weather alerts, and budget management</a:t>
            </a:r>
            <a:r>
              <a:rPr lang="en-IN" dirty="0"/>
              <a:t>. These agents collaborate to produce a complete travel plan.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• </a:t>
            </a:r>
            <a:r>
              <a:rPr lang="en-IN" b="1" dirty="0"/>
              <a:t>Dynamic Itinerary Optimization</a:t>
            </a:r>
            <a:r>
              <a:rPr lang="en-IN" dirty="0"/>
              <a:t> – Unlike static itineraries, the system can </a:t>
            </a:r>
            <a:r>
              <a:rPr lang="en-IN" b="1" dirty="0"/>
              <a:t>modify the travel schedule dynamically</a:t>
            </a:r>
            <a:r>
              <a:rPr lang="en-IN" dirty="0"/>
              <a:t> when weather conditions, transportation availability, user preferences, or time constraints change.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80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https://github.com/Tech-hitesh/travel-agent</a:t>
            </a:r>
            <a:endParaRPr sz="28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Future Scope 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 The Travel Planner Agent can be further enhanced with advanced AI, real-time services, and automation to provide a more intelligent and complete travel experience.• Real-Time Booking Integration – Integrate with flight, train, bus, hotel, and activity-booking platforms to allow users to search, compare, and book services directly through the agent.• Voice-Based Travel Assistant – Add voice interaction so users can ask questions, modify itineraries, and receive travel updates using voice commands.• Advanced Personalization – Use previous trips, preferences, spending patterns, and feedback to continuously improve recommendations and create highly personalized travel experiences.• Computer Vision for Travel Assistance – Allow users to upload images of landmarks, menus, signs, or destinations and use AI to identify and provide relevant information.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 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Artificial Intelligence) 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7363E-86AF-4D6C-0D5C-A60C69D57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423" y="1151726"/>
            <a:ext cx="9803757" cy="537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A3327F-E9FC-7708-89B9-B91354054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2" y="1450806"/>
            <a:ext cx="8189732" cy="460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1183</Words>
  <Application>Microsoft Office PowerPoint</Application>
  <PresentationFormat>Widescreen</PresentationFormat>
  <Paragraphs>124</Paragraphs>
  <Slides>20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Hitesh Keswani</cp:lastModifiedBy>
  <cp:revision>4</cp:revision>
  <dcterms:created xsi:type="dcterms:W3CDTF">2025-07-08T05:06:56Z</dcterms:created>
  <dcterms:modified xsi:type="dcterms:W3CDTF">2026-09-10T19:06:50Z</dcterms:modified>
</cp:coreProperties>
</file>